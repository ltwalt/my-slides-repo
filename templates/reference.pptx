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"/>
  </p:notesMasterIdLst>
  <p:sldSz cx="12192000" cy="6858000"/>
  <p:notesSz cx="7315200" cy="96012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C0C0C0"/>
    <a:srgbClr val="80808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039" autoAdjust="0"/>
    <p:restoredTop sz="93629" autoAdjust="0"/>
  </p:normalViewPr>
  <p:slideViewPr>
    <p:cSldViewPr snapToGrid="0" snapToObjects="1">
      <p:cViewPr varScale="1">
        <p:scale>
          <a:sx n="102" d="100"/>
          <a:sy n="102" d="100"/>
        </p:scale>
        <p:origin x="12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53" tIns="48327" rIns="96653" bIns="48327" rtlCol="0"/>
          <a:lstStyle>
            <a:lvl1pPr algn="r">
              <a:defRPr sz="1200"/>
            </a:lvl1pPr>
          </a:lstStyle>
          <a:p>
            <a:fld id="{4DCFABB7-74F9-284B-A945-242C6B9E6EDD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3" tIns="48327" rIns="96653" bIns="4832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53" tIns="48327" rIns="96653" bIns="4832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53" tIns="48327" rIns="96653" bIns="48327" rtlCol="0" anchor="b"/>
          <a:lstStyle>
            <a:lvl1pPr algn="r">
              <a:defRPr sz="1200"/>
            </a:lvl1pPr>
          </a:lstStyle>
          <a:p>
            <a:fld id="{8A4609AD-A854-3F49-BC10-8C1FD631C5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939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28787"/>
            <a:ext cx="9144000" cy="17811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851BC-F170-4E4B-8200-C04C1C7E299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6BF1C-62BE-7D4B-8F59-44B118A75B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076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851BC-F170-4E4B-8200-C04C1C7E299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6BF1C-62BE-7D4B-8F59-44B118A75B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118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214563"/>
            <a:ext cx="5181600" cy="3962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14563"/>
            <a:ext cx="51816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851BC-F170-4E4B-8200-C04C1C7E299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6BF1C-62BE-7D4B-8F59-44B118A75B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263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851BC-F170-4E4B-8200-C04C1C7E299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6BF1C-62BE-7D4B-8F59-44B118A75B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56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B3E28-EBBA-4C84-97FD-F4ADE0C47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A12CB-987D-4719-B02A-C156130C27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33E55-2E6B-4DC1-9FE8-57E3851CD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851BC-F170-4E4B-8200-C04C1C7E299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2FB64-1FA0-4C5C-8F88-EE896C0F7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F1A53-C01C-41AF-9001-DE18FE7CF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D6BF1C-62BE-7D4B-8F59-44B118A75B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919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264" y="1184792"/>
            <a:ext cx="10515600" cy="679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994799"/>
            <a:ext cx="10515600" cy="4005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9851BC-F170-4E4B-8200-C04C1C7E299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6BF1C-62BE-7D4B-8F59-44B118A75BEC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close-up of water droplets&#10;&#10;Description automatically generated with low confidence">
            <a:extLst>
              <a:ext uri="{FF2B5EF4-FFF2-40B4-BE49-F238E27FC236}">
                <a16:creationId xmlns:a16="http://schemas.microsoft.com/office/drawing/2014/main" id="{C668F457-4F5E-4298-88FF-EE8DB9C4F4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60" b="44460"/>
          <a:stretch/>
        </p:blipFill>
        <p:spPr>
          <a:xfrm>
            <a:off x="0" y="3650"/>
            <a:ext cx="12192000" cy="874174"/>
          </a:xfrm>
          <a:prstGeom prst="rect">
            <a:avLst/>
          </a:prstGeom>
        </p:spPr>
      </p:pic>
      <p:pic>
        <p:nvPicPr>
          <p:cNvPr id="11" name="Picture 10" descr="A close-up of water droplets&#10;&#10;Description automatically generated with low confidence">
            <a:extLst>
              <a:ext uri="{FF2B5EF4-FFF2-40B4-BE49-F238E27FC236}">
                <a16:creationId xmlns:a16="http://schemas.microsoft.com/office/drawing/2014/main" id="{8EA21B19-B9F4-42B1-B6C7-52DA5EEA27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460" b="44460"/>
          <a:stretch/>
        </p:blipFill>
        <p:spPr>
          <a:xfrm>
            <a:off x="0" y="6175850"/>
            <a:ext cx="12192000" cy="682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94A52AA-C990-4F10-A6E7-561D3EBA3644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181893" y="136525"/>
            <a:ext cx="1686791" cy="609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66966AE-B1B9-4055-A5C5-E629D5C47729}"/>
              </a:ext>
            </a:extLst>
          </p:cNvPr>
          <p:cNvSpPr txBox="1"/>
          <p:nvPr userDrawn="1"/>
        </p:nvSpPr>
        <p:spPr>
          <a:xfrm>
            <a:off x="-76200" y="6608129"/>
            <a:ext cx="4572000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rinda" panose="020B0502040204020203" pitchFamily="34" charset="0"/>
              </a:rPr>
              <a:t>*Property of MORS &amp; MORS Instructors</a:t>
            </a:r>
          </a:p>
        </p:txBody>
      </p:sp>
    </p:spTree>
    <p:extLst>
      <p:ext uri="{BB962C8B-B14F-4D97-AF65-F5344CB8AC3E}">
        <p14:creationId xmlns:p14="http://schemas.microsoft.com/office/powerpoint/2010/main" val="1657699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5" r:id="rId4"/>
    <p:sldLayoutId id="214748365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PRESENTATIONGUID" val="9fbc2d98-8e0a-4e38-84e0-8d8d21a14392"/>
  <p:tag name="TPVERSION" val="8"/>
  <p:tag name="PPTVERSION" val="16"/>
  <p:tag name="TPOS" val="2"/>
  <p:tag name="TPLASTSAVEVERSION" val="6.4 PC"/>
  <p:tag name="WASPOLLED" val="D5A6EB22DED445DABBA01BB03CAEA2A3"/>
  <p:tag name="TPFULLVERSION" val="9.0.11.13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10563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Calibri Light</vt:lpstr>
      <vt:lpstr>Verdana</vt:lpstr>
      <vt:lpstr>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Welcome!</dc:title>
  <dc:creator>Walt DeGrange</dc:creator>
  <cp:lastModifiedBy>Walt DeGrange</cp:lastModifiedBy>
  <cp:revision>70</cp:revision>
  <cp:lastPrinted>2020-08-28T18:01:06Z</cp:lastPrinted>
  <dcterms:created xsi:type="dcterms:W3CDTF">2019-09-26T12:30:20Z</dcterms:created>
  <dcterms:modified xsi:type="dcterms:W3CDTF">2026-02-08T18:47:08Z</dcterms:modified>
</cp:coreProperties>
</file>