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3DF0-5979-9842-8FFC-D0E7B1F13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28EEE-939B-70A3-B5A4-96324B0073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CDBFC-82DE-1DF1-996A-D17D95A93A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12C0A6-AE28-4A59-9BC4-C12CBE3FED92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98F351-C71C-8971-533E-090BCC2FB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F548D-F9C6-1866-8B53-38FABAC0B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7CC90F-7A03-4989-BA44-835A99DB9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22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CCC5C5A8-351D-049D-7A1D-DC469EC3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264" y="1184792"/>
            <a:ext cx="10515600" cy="6799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DDCF0D0C-722C-3AFA-2045-F2AE6951F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799"/>
            <a:ext cx="10515600" cy="4005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10F13A68-3475-3100-7E41-B9A576A990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79851BC-F170-4E4B-8200-C04C1C7E299C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4151D3C-2594-79F1-28D5-915FB8A69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85FDB66-8919-EBD6-A466-40A69BA35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D6BF1C-62BE-7D4B-8F59-44B118A75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1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D3228-FE04-7DEA-019C-C4C49173F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DB8C87-ACAA-A341-C8CB-A07D511288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0B948-34C6-9B47-E84D-1F9008FA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612C0A6-AE28-4A59-9BC4-C12CBE3FED92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995C46-6235-B023-6A5E-E9E9CA5D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DBE89-7DD6-3EFC-CBC5-DA2D983A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77CC90F-7A03-4989-BA44-835A99DB9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11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F13C11D-FF3C-8FA9-2C10-03760BE13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264" y="1184792"/>
            <a:ext cx="10515600" cy="6799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30FDEF4-99D8-83A9-63A1-C35A53C983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214563"/>
            <a:ext cx="5181600" cy="3962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4F20CD59-D3B9-AF99-EA2A-2CD86D07F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14563"/>
            <a:ext cx="5181600" cy="3962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4">
            <a:extLst>
              <a:ext uri="{FF2B5EF4-FFF2-40B4-BE49-F238E27FC236}">
                <a16:creationId xmlns:a16="http://schemas.microsoft.com/office/drawing/2014/main" id="{C97CE802-2C31-6F7E-5257-7ACF7DFE43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479851BC-F170-4E4B-8200-C04C1C7E299C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D8EC6971-893C-F6E9-3E36-AC5F63238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7CAC671B-7A3A-2C13-4BB3-A800FD61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D6BF1C-62BE-7D4B-8F59-44B118A75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475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3EA6FFE-E6EA-B27C-FCEB-4199AEADE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264" y="1184792"/>
            <a:ext cx="10515600" cy="6799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87DB7E4-3846-ACC9-AD0E-D80B3B911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994799"/>
            <a:ext cx="10515600" cy="4005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1D7F8-5AD1-14C1-BEAB-D90157422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9851BC-F170-4E4B-8200-C04C1C7E299C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D5DFA15-303E-94D8-C333-89827ACC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226A441-E0FD-88DD-8CE0-DDDFCBB65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D6BF1C-62BE-7D4B-8F59-44B118A75BEC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 descr="A close-up of water droplets&#10;&#10;Description automatically generated with low confidence">
            <a:extLst>
              <a:ext uri="{FF2B5EF4-FFF2-40B4-BE49-F238E27FC236}">
                <a16:creationId xmlns:a16="http://schemas.microsoft.com/office/drawing/2014/main" id="{70716DAF-F556-90F3-692B-BBB838D1F3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60" b="44460"/>
          <a:stretch/>
        </p:blipFill>
        <p:spPr>
          <a:xfrm>
            <a:off x="0" y="3650"/>
            <a:ext cx="12192000" cy="874174"/>
          </a:xfrm>
          <a:prstGeom prst="rect">
            <a:avLst/>
          </a:prstGeom>
        </p:spPr>
      </p:pic>
      <p:pic>
        <p:nvPicPr>
          <p:cNvPr id="13" name="Picture 12" descr="A close-up of water droplets&#10;&#10;Description automatically generated with low confidence">
            <a:extLst>
              <a:ext uri="{FF2B5EF4-FFF2-40B4-BE49-F238E27FC236}">
                <a16:creationId xmlns:a16="http://schemas.microsoft.com/office/drawing/2014/main" id="{2750F5F9-A071-4FCD-49D7-EA53CF50DA4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60" b="44460"/>
          <a:stretch/>
        </p:blipFill>
        <p:spPr>
          <a:xfrm>
            <a:off x="0" y="6175850"/>
            <a:ext cx="12192000" cy="6821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24E880-813B-5E42-FC56-36166C77A840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181893" y="136525"/>
            <a:ext cx="1686791" cy="6096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1C2D104-80C3-8B84-C705-9D81B28FEFBF}"/>
              </a:ext>
            </a:extLst>
          </p:cNvPr>
          <p:cNvSpPr txBox="1"/>
          <p:nvPr userDrawn="1"/>
        </p:nvSpPr>
        <p:spPr>
          <a:xfrm>
            <a:off x="-76200" y="6608129"/>
            <a:ext cx="4572000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 sz="10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rinda" panose="020B0502040204020203" pitchFamily="34" charset="0"/>
              </a:rPr>
              <a:t>*Property of MORS &amp; MORS Instructors</a:t>
            </a:r>
          </a:p>
        </p:txBody>
      </p:sp>
    </p:spTree>
    <p:extLst>
      <p:ext uri="{BB962C8B-B14F-4D97-AF65-F5344CB8AC3E}">
        <p14:creationId xmlns:p14="http://schemas.microsoft.com/office/powerpoint/2010/main" val="53095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533E8-B2E6-D0F7-B955-19BE679B55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60F494-49A8-F1A4-ADD3-F7A4050377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5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Walt DeGrange</dc:creator>
  <cp:lastModifiedBy>Walt DeGrange</cp:lastModifiedBy>
  <cp:revision>1</cp:revision>
  <dcterms:created xsi:type="dcterms:W3CDTF">2026-02-08T19:05:59Z</dcterms:created>
  <dcterms:modified xsi:type="dcterms:W3CDTF">2026-02-08T19:09:39Z</dcterms:modified>
</cp:coreProperties>
</file>